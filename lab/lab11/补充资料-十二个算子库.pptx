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644821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8091A-371B-4D5D-88E2-FD5A27D89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E5892E-791E-4FAC-A833-5A879713B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C69DDD-47F4-4972-85CF-873A9A6D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11943D-3E63-4B06-AA47-D2A217E3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ACE7FA-4A42-4867-8391-2A09ADED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20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5983C-5547-4F20-87E7-CF8CEE4D6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0B1AC0-448C-489D-BF11-B8456C54F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AE77CE-5FF2-4904-B734-E6AF1578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2C665F-A8A4-46AC-8CE5-7EFBF6A8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58259C-1E36-4D09-A753-BBC6EE8A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90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D6851-37CF-41D9-9198-455592E47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A943CA-5AFB-4779-B6EA-F0736FEA9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7CF4A-F448-4C3E-BA9A-FF51D1B1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225E4-A0E1-4F64-A67B-9F52AA16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9468A-4763-4635-88CB-8286E4A4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65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ECAF7-9181-4651-83BB-933F6029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D078B0-6EE7-45A7-9C31-A40B6D5B72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4BD7ED-6D25-4A8F-8E36-DF53D7E86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60314A-C5B1-4253-BAAB-D8095FB4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8A5BBC-131B-4F49-A7CD-39B5D6F1B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4EA3A3-EABC-4D14-B185-CCA59C7E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07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90705-8A54-49C1-A65F-D16E8192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EC6DF5-05F5-4557-B005-E1E281076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C6D257-A4B9-4D62-B372-090A1EB42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6B901EB-DE73-44C2-B634-8A3C36F6A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5268B6-1C13-4322-ACF1-99A88F776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236312-F833-495E-A95B-6AAA0991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3E3BF0-22EC-4E93-941E-7F65E3A8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4836C2-E5AA-44C6-AFD7-4175F912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91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DF6DA-A058-4AAF-80E1-8AF40E32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24C945-4534-4696-8854-CAE4ADB7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FC56B6-5804-4861-AE7B-079A6128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EEEE6E-2EEA-435C-A5DB-49C90142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20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867F08-6B08-4B14-93D6-0DD6EC9DF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120B33-1CEA-47B1-A12C-70D9751D1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29B88F-856E-4B5B-A221-0115F249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919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7C0F5-AF6E-462D-8C77-F9D9C864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807140-2D41-458F-B4FB-1EB653F21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402FF3-4310-4E42-926E-C55C08182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B7F28A-BD59-48F6-B232-B4BD984E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9FB466-0DE5-4E50-87DC-7E439423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0E1849-F199-4A17-BC39-9AE64D506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72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A7D5A-A080-4918-B699-A5CD9628B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EAB1EA-D2BA-4E68-9870-039CB1289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25751A-157F-444D-8828-4579C70F9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6430DC-5BD6-49FE-AEDE-0A2139AC1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3D368F-286C-4F74-9221-C6F9F1008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FC84F4-3BA2-43A6-8146-DB69D8F34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502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3F2B7-D3BA-410D-A3C1-A2DDB3B0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944776-C138-4879-B0A9-C0E79EF5F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F8F0B3-BB5A-4E10-9CC7-A0AAD318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175BF-9884-4DB7-A247-BB6A14361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07F3FB-B967-43F6-8FFF-E8998881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67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BAA0C8-06F3-48D2-974D-9B59C25BC0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ADCC0A-3ACD-448C-B918-5BB8A0F8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9E53E-A871-4A65-B91C-755F313E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DC6FD3-57FB-452A-A9A1-A76E91955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C4573E-CA70-4820-974A-26052281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182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3043A7E-74C6-9D4F-1166-B42548A505D9}"/>
              </a:ext>
            </a:extLst>
          </p:cNvPr>
          <p:cNvSpPr/>
          <p:nvPr userDrawn="1"/>
        </p:nvSpPr>
        <p:spPr>
          <a:xfrm>
            <a:off x="0" y="-1"/>
            <a:ext cx="12192000" cy="810000"/>
          </a:xfrm>
          <a:custGeom>
            <a:avLst/>
            <a:gdLst>
              <a:gd name="connsiteX0" fmla="*/ 0 w 12192000"/>
              <a:gd name="connsiteY0" fmla="*/ 0 h 810000"/>
              <a:gd name="connsiteX1" fmla="*/ 12192000 w 12192000"/>
              <a:gd name="connsiteY1" fmla="*/ 0 h 810000"/>
              <a:gd name="connsiteX2" fmla="*/ 12192000 w 12192000"/>
              <a:gd name="connsiteY2" fmla="*/ 810000 h 810000"/>
              <a:gd name="connsiteX3" fmla="*/ 488339 w 12192000"/>
              <a:gd name="connsiteY3" fmla="*/ 810000 h 810000"/>
              <a:gd name="connsiteX4" fmla="*/ 469845 w 12192000"/>
              <a:gd name="connsiteY4" fmla="*/ 769042 h 810000"/>
              <a:gd name="connsiteX5" fmla="*/ 0 w 12192000"/>
              <a:gd name="connsiteY5" fmla="*/ 769042 h 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810000">
                <a:moveTo>
                  <a:pt x="0" y="0"/>
                </a:moveTo>
                <a:lnTo>
                  <a:pt x="12192000" y="0"/>
                </a:lnTo>
                <a:lnTo>
                  <a:pt x="12192000" y="810000"/>
                </a:lnTo>
                <a:lnTo>
                  <a:pt x="488339" y="810000"/>
                </a:lnTo>
                <a:lnTo>
                  <a:pt x="469845" y="769042"/>
                </a:lnTo>
                <a:lnTo>
                  <a:pt x="0" y="769042"/>
                </a:lnTo>
                <a:close/>
              </a:path>
            </a:pathLst>
          </a:custGeom>
          <a:gradFill>
            <a:gsLst>
              <a:gs pos="0">
                <a:srgbClr val="DDE8FF"/>
              </a:gs>
              <a:gs pos="59000">
                <a:schemeClr val="bg1"/>
              </a:gs>
            </a:gsLst>
            <a:lin ang="16200000" scaled="0"/>
          </a:gradFill>
          <a:ln w="12700" cap="flat" cmpd="sng" algn="ctr">
            <a:noFill/>
            <a:prstDash val="solid"/>
            <a:miter lim="800000"/>
          </a:ln>
          <a:effectLst>
            <a:outerShdw blurRad="381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E4FAA18-9811-F6E1-BC09-52C3E76CD717}"/>
              </a:ext>
            </a:extLst>
          </p:cNvPr>
          <p:cNvGrpSpPr/>
          <p:nvPr userDrawn="1"/>
        </p:nvGrpSpPr>
        <p:grpSpPr>
          <a:xfrm flipV="1">
            <a:off x="-42479" y="768745"/>
            <a:ext cx="12272579" cy="45719"/>
            <a:chOff x="625820" y="707910"/>
            <a:chExt cx="11596660" cy="54090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50AB3234-A6A5-0B0B-D41B-BE01A2530513}"/>
                </a:ext>
              </a:extLst>
            </p:cNvPr>
            <p:cNvCxnSpPr>
              <a:cxnSpLocks/>
            </p:cNvCxnSpPr>
            <p:nvPr/>
          </p:nvCxnSpPr>
          <p:spPr>
            <a:xfrm>
              <a:off x="665983" y="707910"/>
              <a:ext cx="512737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" name="平行四边形 60">
              <a:extLst>
                <a:ext uri="{FF2B5EF4-FFF2-40B4-BE49-F238E27FC236}">
                  <a16:creationId xmlns:a16="http://schemas.microsoft.com/office/drawing/2014/main" id="{7519A2B8-8D86-8E52-8A52-133B788ADEA4}"/>
                </a:ext>
              </a:extLst>
            </p:cNvPr>
            <p:cNvSpPr/>
            <p:nvPr/>
          </p:nvSpPr>
          <p:spPr>
            <a:xfrm flipH="1">
              <a:off x="1176340" y="707911"/>
              <a:ext cx="52978" cy="54089"/>
            </a:xfrm>
            <a:custGeom>
              <a:avLst/>
              <a:gdLst>
                <a:gd name="connsiteX0" fmla="*/ 0 w 663576"/>
                <a:gd name="connsiteY0" fmla="*/ 147708 h 147708"/>
                <a:gd name="connsiteX1" fmla="*/ 130004 w 663576"/>
                <a:gd name="connsiteY1" fmla="*/ 0 h 147708"/>
                <a:gd name="connsiteX2" fmla="*/ 663576 w 663576"/>
                <a:gd name="connsiteY2" fmla="*/ 0 h 147708"/>
                <a:gd name="connsiteX3" fmla="*/ 533572 w 663576"/>
                <a:gd name="connsiteY3" fmla="*/ 147708 h 147708"/>
                <a:gd name="connsiteX4" fmla="*/ 0 w 663576"/>
                <a:gd name="connsiteY4" fmla="*/ 147708 h 147708"/>
                <a:gd name="connsiteX0-1" fmla="*/ 533572 w 663576"/>
                <a:gd name="connsiteY0-2" fmla="*/ 147708 h 239148"/>
                <a:gd name="connsiteX1-3" fmla="*/ 0 w 663576"/>
                <a:gd name="connsiteY1-4" fmla="*/ 147708 h 239148"/>
                <a:gd name="connsiteX2-5" fmla="*/ 130004 w 663576"/>
                <a:gd name="connsiteY2-6" fmla="*/ 0 h 239148"/>
                <a:gd name="connsiteX3-7" fmla="*/ 663576 w 663576"/>
                <a:gd name="connsiteY3-8" fmla="*/ 0 h 239148"/>
                <a:gd name="connsiteX4-9" fmla="*/ 625012 w 663576"/>
                <a:gd name="connsiteY4-10" fmla="*/ 239148 h 239148"/>
                <a:gd name="connsiteX0-11" fmla="*/ 533572 w 663576"/>
                <a:gd name="connsiteY0-12" fmla="*/ 147708 h 147708"/>
                <a:gd name="connsiteX1-13" fmla="*/ 0 w 663576"/>
                <a:gd name="connsiteY1-14" fmla="*/ 147708 h 147708"/>
                <a:gd name="connsiteX2-15" fmla="*/ 130004 w 663576"/>
                <a:gd name="connsiteY2-16" fmla="*/ 0 h 147708"/>
                <a:gd name="connsiteX3-17" fmla="*/ 663576 w 663576"/>
                <a:gd name="connsiteY3-18" fmla="*/ 0 h 147708"/>
                <a:gd name="connsiteX0-19" fmla="*/ 0 w 663576"/>
                <a:gd name="connsiteY0-20" fmla="*/ 147708 h 147708"/>
                <a:gd name="connsiteX1-21" fmla="*/ 130004 w 663576"/>
                <a:gd name="connsiteY1-22" fmla="*/ 0 h 147708"/>
                <a:gd name="connsiteX2-23" fmla="*/ 663576 w 663576"/>
                <a:gd name="connsiteY2-24" fmla="*/ 0 h 147708"/>
                <a:gd name="connsiteX0-25" fmla="*/ 0 w 130005"/>
                <a:gd name="connsiteY0-26" fmla="*/ 147708 h 147708"/>
                <a:gd name="connsiteX1-27" fmla="*/ 130004 w 130005"/>
                <a:gd name="connsiteY1-28" fmla="*/ 0 h 1477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30005" h="147708">
                  <a:moveTo>
                    <a:pt x="0" y="147708"/>
                  </a:moveTo>
                  <a:lnTo>
                    <a:pt x="130004" y="0"/>
                  </a:lnTo>
                </a:path>
              </a:pathLst>
            </a:custGeom>
            <a:noFill/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3BDD98E-FA3D-E3E9-C548-85E1541F68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4790" y="759993"/>
              <a:ext cx="10997690" cy="0"/>
            </a:xfrm>
            <a:prstGeom prst="line">
              <a:avLst/>
            </a:prstGeom>
            <a:noFill/>
            <a:ln w="6350">
              <a:gradFill>
                <a:gsLst>
                  <a:gs pos="0">
                    <a:srgbClr val="00B0F0"/>
                  </a:gs>
                  <a:gs pos="100000">
                    <a:srgbClr val="00B0F0">
                      <a:alpha val="0"/>
                    </a:srgbClr>
                  </a:gs>
                </a:gsLst>
                <a:lin ang="10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E627A115-17C8-6360-1459-597F62F73875}"/>
                </a:ext>
              </a:extLst>
            </p:cNvPr>
            <p:cNvSpPr/>
            <p:nvPr/>
          </p:nvSpPr>
          <p:spPr>
            <a:xfrm>
              <a:off x="1200941" y="707911"/>
              <a:ext cx="10991059" cy="42425"/>
            </a:xfrm>
            <a:custGeom>
              <a:avLst/>
              <a:gdLst>
                <a:gd name="connsiteX0" fmla="*/ 9814719 w 10991059"/>
                <a:gd name="connsiteY0" fmla="*/ 0 h 47212"/>
                <a:gd name="connsiteX1" fmla="*/ 9814674 w 10991059"/>
                <a:gd name="connsiteY1" fmla="*/ 179 h 47212"/>
                <a:gd name="connsiteX2" fmla="*/ 10991059 w 10991059"/>
                <a:gd name="connsiteY2" fmla="*/ 0 h 47212"/>
                <a:gd name="connsiteX3" fmla="*/ 10979256 w 10991059"/>
                <a:gd name="connsiteY3" fmla="*/ 47212 h 47212"/>
                <a:gd name="connsiteX4" fmla="*/ 9802916 w 10991059"/>
                <a:gd name="connsiteY4" fmla="*/ 47212 h 47212"/>
                <a:gd name="connsiteX5" fmla="*/ 1308510 w 10991059"/>
                <a:gd name="connsiteY5" fmla="*/ 47212 h 47212"/>
                <a:gd name="connsiteX6" fmla="*/ 132170 w 10991059"/>
                <a:gd name="connsiteY6" fmla="*/ 47212 h 47212"/>
                <a:gd name="connsiteX7" fmla="*/ 132171 w 10991059"/>
                <a:gd name="connsiteY7" fmla="*/ 47210 h 47212"/>
                <a:gd name="connsiteX8" fmla="*/ 40239 w 10991059"/>
                <a:gd name="connsiteY8" fmla="*/ 47210 h 47212"/>
                <a:gd name="connsiteX9" fmla="*/ 0 w 10991059"/>
                <a:gd name="connsiteY9" fmla="*/ 1491 h 47212"/>
                <a:gd name="connsiteX0" fmla="*/ 9814719 w 10991059"/>
                <a:gd name="connsiteY0" fmla="*/ 0 h 47212"/>
                <a:gd name="connsiteX1" fmla="*/ 9814674 w 10991059"/>
                <a:gd name="connsiteY1" fmla="*/ 179 h 47212"/>
                <a:gd name="connsiteX2" fmla="*/ 10991059 w 10991059"/>
                <a:gd name="connsiteY2" fmla="*/ 0 h 47212"/>
                <a:gd name="connsiteX3" fmla="*/ 10979256 w 10991059"/>
                <a:gd name="connsiteY3" fmla="*/ 47212 h 47212"/>
                <a:gd name="connsiteX4" fmla="*/ 9802916 w 10991059"/>
                <a:gd name="connsiteY4" fmla="*/ 47212 h 47212"/>
                <a:gd name="connsiteX5" fmla="*/ 132170 w 10991059"/>
                <a:gd name="connsiteY5" fmla="*/ 47212 h 47212"/>
                <a:gd name="connsiteX6" fmla="*/ 132171 w 10991059"/>
                <a:gd name="connsiteY6" fmla="*/ 47210 h 47212"/>
                <a:gd name="connsiteX7" fmla="*/ 40239 w 10991059"/>
                <a:gd name="connsiteY7" fmla="*/ 47210 h 47212"/>
                <a:gd name="connsiteX8" fmla="*/ 0 w 10991059"/>
                <a:gd name="connsiteY8" fmla="*/ 1491 h 47212"/>
                <a:gd name="connsiteX9" fmla="*/ 9814719 w 10991059"/>
                <a:gd name="connsiteY9" fmla="*/ 0 h 47212"/>
                <a:gd name="connsiteX0" fmla="*/ 9814719 w 10991059"/>
                <a:gd name="connsiteY0" fmla="*/ 0 h 51070"/>
                <a:gd name="connsiteX1" fmla="*/ 9814674 w 10991059"/>
                <a:gd name="connsiteY1" fmla="*/ 179 h 51070"/>
                <a:gd name="connsiteX2" fmla="*/ 10991059 w 10991059"/>
                <a:gd name="connsiteY2" fmla="*/ 0 h 51070"/>
                <a:gd name="connsiteX3" fmla="*/ 10979256 w 10991059"/>
                <a:gd name="connsiteY3" fmla="*/ 47212 h 51070"/>
                <a:gd name="connsiteX4" fmla="*/ 9802916 w 10991059"/>
                <a:gd name="connsiteY4" fmla="*/ 47212 h 51070"/>
                <a:gd name="connsiteX5" fmla="*/ 1315647 w 10991059"/>
                <a:gd name="connsiteY5" fmla="*/ 51070 h 51070"/>
                <a:gd name="connsiteX6" fmla="*/ 132170 w 10991059"/>
                <a:gd name="connsiteY6" fmla="*/ 47212 h 51070"/>
                <a:gd name="connsiteX7" fmla="*/ 132171 w 10991059"/>
                <a:gd name="connsiteY7" fmla="*/ 47210 h 51070"/>
                <a:gd name="connsiteX8" fmla="*/ 40239 w 10991059"/>
                <a:gd name="connsiteY8" fmla="*/ 47210 h 51070"/>
                <a:gd name="connsiteX9" fmla="*/ 0 w 10991059"/>
                <a:gd name="connsiteY9" fmla="*/ 1491 h 51070"/>
                <a:gd name="connsiteX10" fmla="*/ 9814719 w 10991059"/>
                <a:gd name="connsiteY10" fmla="*/ 0 h 51070"/>
                <a:gd name="connsiteX0" fmla="*/ 9814719 w 10991059"/>
                <a:gd name="connsiteY0" fmla="*/ 0 h 47212"/>
                <a:gd name="connsiteX1" fmla="*/ 9814674 w 10991059"/>
                <a:gd name="connsiteY1" fmla="*/ 179 h 47212"/>
                <a:gd name="connsiteX2" fmla="*/ 10991059 w 10991059"/>
                <a:gd name="connsiteY2" fmla="*/ 0 h 47212"/>
                <a:gd name="connsiteX3" fmla="*/ 10979256 w 10991059"/>
                <a:gd name="connsiteY3" fmla="*/ 47212 h 47212"/>
                <a:gd name="connsiteX4" fmla="*/ 9802916 w 10991059"/>
                <a:gd name="connsiteY4" fmla="*/ 47212 h 47212"/>
                <a:gd name="connsiteX5" fmla="*/ 132170 w 10991059"/>
                <a:gd name="connsiteY5" fmla="*/ 47212 h 47212"/>
                <a:gd name="connsiteX6" fmla="*/ 132171 w 10991059"/>
                <a:gd name="connsiteY6" fmla="*/ 47210 h 47212"/>
                <a:gd name="connsiteX7" fmla="*/ 40239 w 10991059"/>
                <a:gd name="connsiteY7" fmla="*/ 47210 h 47212"/>
                <a:gd name="connsiteX8" fmla="*/ 0 w 10991059"/>
                <a:gd name="connsiteY8" fmla="*/ 1491 h 47212"/>
                <a:gd name="connsiteX9" fmla="*/ 9814719 w 10991059"/>
                <a:gd name="connsiteY9" fmla="*/ 0 h 47212"/>
                <a:gd name="connsiteX0" fmla="*/ 0 w 10991059"/>
                <a:gd name="connsiteY0" fmla="*/ 1491 h 47212"/>
                <a:gd name="connsiteX1" fmla="*/ 9814674 w 10991059"/>
                <a:gd name="connsiteY1" fmla="*/ 179 h 47212"/>
                <a:gd name="connsiteX2" fmla="*/ 10991059 w 10991059"/>
                <a:gd name="connsiteY2" fmla="*/ 0 h 47212"/>
                <a:gd name="connsiteX3" fmla="*/ 10979256 w 10991059"/>
                <a:gd name="connsiteY3" fmla="*/ 47212 h 47212"/>
                <a:gd name="connsiteX4" fmla="*/ 9802916 w 10991059"/>
                <a:gd name="connsiteY4" fmla="*/ 47212 h 47212"/>
                <a:gd name="connsiteX5" fmla="*/ 132170 w 10991059"/>
                <a:gd name="connsiteY5" fmla="*/ 47212 h 47212"/>
                <a:gd name="connsiteX6" fmla="*/ 132171 w 10991059"/>
                <a:gd name="connsiteY6" fmla="*/ 47210 h 47212"/>
                <a:gd name="connsiteX7" fmla="*/ 40239 w 10991059"/>
                <a:gd name="connsiteY7" fmla="*/ 47210 h 47212"/>
                <a:gd name="connsiteX8" fmla="*/ 0 w 10991059"/>
                <a:gd name="connsiteY8" fmla="*/ 1491 h 47212"/>
                <a:gd name="connsiteX0" fmla="*/ 0 w 10991059"/>
                <a:gd name="connsiteY0" fmla="*/ 1491 h 47212"/>
                <a:gd name="connsiteX1" fmla="*/ 10991059 w 10991059"/>
                <a:gd name="connsiteY1" fmla="*/ 0 h 47212"/>
                <a:gd name="connsiteX2" fmla="*/ 10979256 w 10991059"/>
                <a:gd name="connsiteY2" fmla="*/ 47212 h 47212"/>
                <a:gd name="connsiteX3" fmla="*/ 9802916 w 10991059"/>
                <a:gd name="connsiteY3" fmla="*/ 47212 h 47212"/>
                <a:gd name="connsiteX4" fmla="*/ 132170 w 10991059"/>
                <a:gd name="connsiteY4" fmla="*/ 47212 h 47212"/>
                <a:gd name="connsiteX5" fmla="*/ 132171 w 10991059"/>
                <a:gd name="connsiteY5" fmla="*/ 47210 h 47212"/>
                <a:gd name="connsiteX6" fmla="*/ 40239 w 10991059"/>
                <a:gd name="connsiteY6" fmla="*/ 47210 h 47212"/>
                <a:gd name="connsiteX7" fmla="*/ 0 w 10991059"/>
                <a:gd name="connsiteY7" fmla="*/ 1491 h 47212"/>
                <a:gd name="connsiteX0" fmla="*/ 0 w 10991059"/>
                <a:gd name="connsiteY0" fmla="*/ 1491 h 47212"/>
                <a:gd name="connsiteX1" fmla="*/ 10991059 w 10991059"/>
                <a:gd name="connsiteY1" fmla="*/ 0 h 47212"/>
                <a:gd name="connsiteX2" fmla="*/ 10979256 w 10991059"/>
                <a:gd name="connsiteY2" fmla="*/ 47212 h 47212"/>
                <a:gd name="connsiteX3" fmla="*/ 132170 w 10991059"/>
                <a:gd name="connsiteY3" fmla="*/ 47212 h 47212"/>
                <a:gd name="connsiteX4" fmla="*/ 132171 w 10991059"/>
                <a:gd name="connsiteY4" fmla="*/ 47210 h 47212"/>
                <a:gd name="connsiteX5" fmla="*/ 40239 w 10991059"/>
                <a:gd name="connsiteY5" fmla="*/ 47210 h 47212"/>
                <a:gd name="connsiteX6" fmla="*/ 0 w 10991059"/>
                <a:gd name="connsiteY6" fmla="*/ 1491 h 47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91059" h="47212">
                  <a:moveTo>
                    <a:pt x="0" y="1491"/>
                  </a:moveTo>
                  <a:lnTo>
                    <a:pt x="10991059" y="0"/>
                  </a:lnTo>
                  <a:lnTo>
                    <a:pt x="10979256" y="47212"/>
                  </a:lnTo>
                  <a:lnTo>
                    <a:pt x="132170" y="47212"/>
                  </a:lnTo>
                  <a:cubicBezTo>
                    <a:pt x="132170" y="47211"/>
                    <a:pt x="132171" y="47211"/>
                    <a:pt x="132171" y="47210"/>
                  </a:cubicBezTo>
                  <a:lnTo>
                    <a:pt x="40239" y="47210"/>
                  </a:lnTo>
                  <a:lnTo>
                    <a:pt x="0" y="149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70C0"/>
                </a:gs>
                <a:gs pos="100000">
                  <a:srgbClr val="00206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F41EA223-5391-5FAC-FD15-F94DF9406B10}"/>
                </a:ext>
              </a:extLst>
            </p:cNvPr>
            <p:cNvSpPr/>
            <p:nvPr/>
          </p:nvSpPr>
          <p:spPr>
            <a:xfrm>
              <a:off x="793695" y="724196"/>
              <a:ext cx="399313" cy="34776"/>
            </a:xfrm>
            <a:custGeom>
              <a:avLst/>
              <a:gdLst>
                <a:gd name="connsiteX0" fmla="*/ 37230 w 399313"/>
                <a:gd name="connsiteY0" fmla="*/ 0 h 45719"/>
                <a:gd name="connsiteX1" fmla="*/ 362083 w 399313"/>
                <a:gd name="connsiteY1" fmla="*/ 0 h 45719"/>
                <a:gd name="connsiteX2" fmla="*/ 399313 w 399313"/>
                <a:gd name="connsiteY2" fmla="*/ 45719 h 45719"/>
                <a:gd name="connsiteX3" fmla="*/ 0 w 399313"/>
                <a:gd name="connsiteY3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9313" h="45719">
                  <a:moveTo>
                    <a:pt x="37230" y="0"/>
                  </a:moveTo>
                  <a:lnTo>
                    <a:pt x="362083" y="0"/>
                  </a:lnTo>
                  <a:lnTo>
                    <a:pt x="399313" y="45719"/>
                  </a:lnTo>
                  <a:lnTo>
                    <a:pt x="0" y="45719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0CD8C2E3-2FA9-44A2-57F4-9A8C7BB9A92B}"/>
                </a:ext>
              </a:extLst>
            </p:cNvPr>
            <p:cNvSpPr/>
            <p:nvPr/>
          </p:nvSpPr>
          <p:spPr>
            <a:xfrm>
              <a:off x="625820" y="724196"/>
              <a:ext cx="399313" cy="34776"/>
            </a:xfrm>
            <a:custGeom>
              <a:avLst/>
              <a:gdLst>
                <a:gd name="connsiteX0" fmla="*/ 37230 w 399313"/>
                <a:gd name="connsiteY0" fmla="*/ 0 h 45719"/>
                <a:gd name="connsiteX1" fmla="*/ 362083 w 399313"/>
                <a:gd name="connsiteY1" fmla="*/ 0 h 45719"/>
                <a:gd name="connsiteX2" fmla="*/ 399313 w 399313"/>
                <a:gd name="connsiteY2" fmla="*/ 45719 h 45719"/>
                <a:gd name="connsiteX3" fmla="*/ 0 w 399313"/>
                <a:gd name="connsiteY3" fmla="*/ 45719 h 4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9313" h="45719">
                  <a:moveTo>
                    <a:pt x="37230" y="0"/>
                  </a:moveTo>
                  <a:lnTo>
                    <a:pt x="362083" y="0"/>
                  </a:lnTo>
                  <a:lnTo>
                    <a:pt x="399313" y="45719"/>
                  </a:lnTo>
                  <a:lnTo>
                    <a:pt x="0" y="45719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AFADDF5-2151-7218-587C-23EDFF4FDF97}"/>
              </a:ext>
            </a:extLst>
          </p:cNvPr>
          <p:cNvGrpSpPr/>
          <p:nvPr userDrawn="1"/>
        </p:nvGrpSpPr>
        <p:grpSpPr>
          <a:xfrm>
            <a:off x="-385760" y="1"/>
            <a:ext cx="745331" cy="776288"/>
            <a:chOff x="-385761" y="1"/>
            <a:chExt cx="745331" cy="776288"/>
          </a:xfrm>
        </p:grpSpPr>
        <p:sp>
          <p:nvSpPr>
            <p:cNvPr id="3" name="平行四边形 2">
              <a:extLst>
                <a:ext uri="{FF2B5EF4-FFF2-40B4-BE49-F238E27FC236}">
                  <a16:creationId xmlns:a16="http://schemas.microsoft.com/office/drawing/2014/main" id="{006B7795-FD6B-308F-887F-42971BE7E16C}"/>
                </a:ext>
              </a:extLst>
            </p:cNvPr>
            <p:cNvSpPr/>
            <p:nvPr/>
          </p:nvSpPr>
          <p:spPr>
            <a:xfrm>
              <a:off x="-385761" y="211931"/>
              <a:ext cx="735806" cy="352428"/>
            </a:xfrm>
            <a:prstGeom prst="parallelogram">
              <a:avLst/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" name="平行四边形 3">
              <a:extLst>
                <a:ext uri="{FF2B5EF4-FFF2-40B4-BE49-F238E27FC236}">
                  <a16:creationId xmlns:a16="http://schemas.microsoft.com/office/drawing/2014/main" id="{4DEC979C-B778-F285-E2BF-F42730D47463}"/>
                </a:ext>
              </a:extLst>
            </p:cNvPr>
            <p:cNvSpPr/>
            <p:nvPr/>
          </p:nvSpPr>
          <p:spPr>
            <a:xfrm>
              <a:off x="-376236" y="1"/>
              <a:ext cx="735806" cy="776288"/>
            </a:xfrm>
            <a:prstGeom prst="parallelogram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92F67F1-F468-1B64-2AA7-6851FCCD23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40000"/>
            </a:blip>
            <a:srcRect l="21112" t="13051" r="40000" b="14021"/>
            <a:stretch/>
          </p:blipFill>
          <p:spPr>
            <a:xfrm>
              <a:off x="-376236" y="1"/>
              <a:ext cx="735806" cy="776288"/>
            </a:xfrm>
            <a:custGeom>
              <a:avLst/>
              <a:gdLst>
                <a:gd name="connsiteX0" fmla="*/ 183952 w 735806"/>
                <a:gd name="connsiteY0" fmla="*/ 0 h 776288"/>
                <a:gd name="connsiteX1" fmla="*/ 735806 w 735806"/>
                <a:gd name="connsiteY1" fmla="*/ 0 h 776288"/>
                <a:gd name="connsiteX2" fmla="*/ 551855 w 735806"/>
                <a:gd name="connsiteY2" fmla="*/ 776288 h 776288"/>
                <a:gd name="connsiteX3" fmla="*/ 0 w 735806"/>
                <a:gd name="connsiteY3" fmla="*/ 776288 h 776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806" h="776288">
                  <a:moveTo>
                    <a:pt x="183952" y="0"/>
                  </a:moveTo>
                  <a:lnTo>
                    <a:pt x="735806" y="0"/>
                  </a:lnTo>
                  <a:lnTo>
                    <a:pt x="551855" y="776288"/>
                  </a:lnTo>
                  <a:lnTo>
                    <a:pt x="0" y="776288"/>
                  </a:lnTo>
                  <a:close/>
                </a:path>
              </a:pathLst>
            </a:custGeom>
          </p:spPr>
        </p:pic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F9F4E1-97BC-67C0-5DD6-C308D93963BE}"/>
              </a:ext>
            </a:extLst>
          </p:cNvPr>
          <p:cNvSpPr txBox="1">
            <a:spLocks/>
          </p:cNvSpPr>
          <p:nvPr userDrawn="1"/>
        </p:nvSpPr>
        <p:spPr>
          <a:xfrm>
            <a:off x="11230159" y="6294446"/>
            <a:ext cx="6477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7295510-E248-403E-AC2F-444509B1FB23}" type="slidenum">
              <a:rPr lang="zh-CN" altLang="en-US" sz="135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ctr"/>
              <a:t>‹#›</a:t>
            </a:fld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6965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F90756-64B7-4FCC-A8AD-869BCDFC6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BD69A8-722C-464A-8390-F5482F30B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BE8531-92D3-455B-9F42-B05786A4E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FCE5E-5D0A-46AE-88E5-3A2FF8DEC9D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E40525-06B8-4DF5-87BF-370BFC3DA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05B65D-D468-46EB-ACD4-07E5CC43B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9093D-007C-43A1-B25D-7BDEC77DC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565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4AA42C4-38CB-47A7-8CA3-79088BB4E454}"/>
              </a:ext>
            </a:extLst>
          </p:cNvPr>
          <p:cNvSpPr/>
          <p:nvPr/>
        </p:nvSpPr>
        <p:spPr>
          <a:xfrm>
            <a:off x="1643450" y="181232"/>
            <a:ext cx="4572000" cy="69249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个高性能神经网络基元库的分类：</a:t>
            </a:r>
          </a:p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1. 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卷积操作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(Convolution Operations)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2D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卷积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：用于图像处理的标准卷积操作。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3D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卷积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：用于视频或体积数据的卷积操作。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分组卷积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(Grouped Convolution)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：将输入通道分组进行卷积，减少计算量。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深度可分离卷积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200" b="1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Depthwise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Separable Convolution)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：将标准卷积分解为深度卷积和逐点卷积，减少参数量和计算量。</a:t>
            </a:r>
          </a:p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2. 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池化操作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(Pooling Operations)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最大池化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(Max Pooling)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：取池化窗口内的最大值。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平均池化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(Average Pooling)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：取池化窗口内的平均值。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全局池化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(Global Pooling)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：对整个特征图进行池化，常用于全连接层之前。</a:t>
            </a:r>
          </a:p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3. 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激活函数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(Activation Functions)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(Rectified Linear Unit)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：最常用的激活函数，计算简单且有效。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Leaky </a:t>
            </a:r>
            <a:r>
              <a:rPr lang="en-US" altLang="zh-CN" sz="1200" b="1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：解决</a:t>
            </a:r>
            <a:r>
              <a:rPr lang="en-US" altLang="zh-CN" sz="12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死亡</a:t>
            </a:r>
            <a:r>
              <a:rPr lang="en-US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问题，允许小的负值输出。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Sigmoid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：用于二分类问题的激活函数。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Softmax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：用于多分类问题的激活函数。</a:t>
            </a:r>
          </a:p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4. 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归一化操作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(Normalization Operations)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批归一化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(Batch Normalization)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：对每一批数据进行归一化，加速训练并提高模型稳定性。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层归一化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(Layer Normalization)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：对每个样本的所有特征进行归一化，常用于</a:t>
            </a:r>
            <a:r>
              <a:rPr lang="en-US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RNN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Transformer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实例归一化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(Instance Normalization)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：对每个样本的每个通道进行归一化，常用于风格迁移。</a:t>
            </a:r>
          </a:p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5. 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全连接层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(Fully Connected Layers)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矩阵乘法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(Matrix Multiplication)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：全连接层的核心操作。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偏置加法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(Bias Addition)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：在全连接层输出上添加偏置。</a:t>
            </a:r>
          </a:p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6. 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循环神经网络操作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(Recurrent Neural Network Operations)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LSTM (Long Short-Term Memory) Unit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：用于处理序列数据的循环神经网络单元。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GRU (Gated Recurrent Unit)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LSTM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的简化版本，计算效率更高。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RNN (Recurrent Neural Network) Unit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：基本的循环神经网络单元。</a:t>
            </a:r>
          </a:p>
          <a:p>
            <a:pPr algn="just"/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BFF201-04CA-40C4-9108-0F57FA2FB99A}"/>
              </a:ext>
            </a:extLst>
          </p:cNvPr>
          <p:cNvSpPr/>
          <p:nvPr/>
        </p:nvSpPr>
        <p:spPr>
          <a:xfrm>
            <a:off x="6215451" y="1012230"/>
            <a:ext cx="414775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7. 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注意力机制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(Attention Mechanisms)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自注意力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(Self-Attention)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：用于</a:t>
            </a:r>
            <a:r>
              <a:rPr lang="en-US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Transformer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模型的核心机制。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多头注意力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(Multi-Head Attention)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：并行计算多个注意力头，增强模型表达能力。</a:t>
            </a:r>
          </a:p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8. 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损失函数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(Loss Functions)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交叉熵损失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(Cross-Entropy Loss)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：用于分类问题的损失函数。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均方误差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(Mean Squared Error)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：用于回归问题的损失函数。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Hinge Loss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：用于支持向量机（</a:t>
            </a:r>
            <a:r>
              <a:rPr lang="en-US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SVM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）和某些分类任务。</a:t>
            </a:r>
          </a:p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9. 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正则化操作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(Regularization Operations)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Dropout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：随机丢弃神经元，防止过拟合。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权重衰减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(Weight Decay)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L2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正则化，限制权重的大小。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数据增强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(Data Augmentation)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：通过对训练数据进行变换来增加数据多样性。</a:t>
            </a:r>
          </a:p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10. 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张量操作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(Tensor Operations)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张量加法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乘法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：基本的张量运算。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张量转置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(Transpose)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：改变张量的维度顺序。</a:t>
            </a: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张量重塑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(Reshape)</a:t>
            </a:r>
            <a:r>
              <a:rPr lang="zh-CN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：改变张量的形状而不改变数据。</a:t>
            </a:r>
          </a:p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11.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向量与矩阵操作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矩阵乘法</a:t>
            </a:r>
            <a:r>
              <a:rPr lang="zh-CN" altLang="en-US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向量点积</a:t>
            </a:r>
            <a:r>
              <a:rPr lang="zh-CN" altLang="en-US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矩阵求逆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片上归约操作（归约操作）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1200" b="1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cumsum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：累积求和</a:t>
            </a:r>
            <a:r>
              <a:rPr lang="zh-CN" altLang="en-US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mean</a:t>
            </a:r>
            <a:r>
              <a:rPr lang="zh-CN" altLang="en-US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zh-CN" altLang="en-US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200" b="1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var_mean</a:t>
            </a:r>
            <a:r>
              <a:rPr lang="zh-CN" altLang="zh-CN" sz="12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：方差和均值</a:t>
            </a:r>
            <a:endParaRPr lang="zh-CN" altLang="zh-CN" sz="1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7548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Office PowerPoint</Application>
  <PresentationFormat>宽屏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微软雅黑</vt:lpstr>
      <vt:lpstr>等线</vt:lpstr>
      <vt:lpstr>等线 Light</vt:lpstr>
      <vt:lpstr>Arial</vt:lpstr>
      <vt:lpstr>Symbol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HuangDan</dc:creator>
  <cp:lastModifiedBy>HuangDan</cp:lastModifiedBy>
  <cp:revision>1</cp:revision>
  <dcterms:created xsi:type="dcterms:W3CDTF">2025-04-23T02:50:43Z</dcterms:created>
  <dcterms:modified xsi:type="dcterms:W3CDTF">2025-04-23T02:51:20Z</dcterms:modified>
</cp:coreProperties>
</file>